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JurisdictAI Monitor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Jurisdiction-Aware AI Governance Tool for Credit Decisioning Models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JPMorgan Chase  |  Domain: AI Governance  |  US + EU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MH6822 Regulatory Technology  |  Assignment 1  |  Task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One Model, Two Incompatible Regulatory Regimes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197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JurisdictAI Monitor  |  Senior Management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deploys credit-scoring AI in both the US and EU. These are not the same regulatory environment.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429000" cy="47548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1188720"/>
            <a:ext cx="4000500" cy="47548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5260" y="1188720"/>
            <a:ext cx="40005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1188720"/>
            <a:ext cx="40005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— OCC 2026-13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95260" y="1188720"/>
            <a:ext cx="40005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— AI Act 2024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3429000" cy="475488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1664208"/>
            <a:ext cx="4000500" cy="475488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5260" y="1664208"/>
            <a:ext cx="400050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66420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scope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1664208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EXCLUDED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40980" y="1664208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(Title III)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139696"/>
            <a:ext cx="3429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2139696"/>
            <a:ext cx="40005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5260" y="2139696"/>
            <a:ext cx="400050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39696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2139696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40980" y="2139696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 assessment — mandatory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615184"/>
            <a:ext cx="3429000" cy="475488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94760" y="2615184"/>
            <a:ext cx="4000500" cy="475488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95260" y="2615184"/>
            <a:ext cx="400050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615184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testing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2615184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 (ECOA separate)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40980" y="2615184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bias testing (Article 10)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090672"/>
            <a:ext cx="3429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94760" y="3090672"/>
            <a:ext cx="40005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5260" y="3090672"/>
            <a:ext cx="400050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090672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3090672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40980" y="3090672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mandatory (Article 14)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566160"/>
            <a:ext cx="3429000" cy="475488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94760" y="3566160"/>
            <a:ext cx="4000500" cy="475488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5260" y="3566160"/>
            <a:ext cx="4000500" cy="475488"/>
          </a:xfrm>
          <a:prstGeom prst="rect">
            <a:avLst/>
          </a:prstGeom>
          <a:solidFill>
            <a:srgbClr val="FFF8E1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566160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40480" y="3566160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escalation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40980" y="3566160"/>
            <a:ext cx="39090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national authority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62179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these two compliance processes run in separate spreadsheets. A model that has drifted in Frankfurt may not be visible to New York compliance until BaFin calls.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Tool — What a Memo or Spreadsheet Cannot 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197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JurisdictAI Monitor  |  Senior Management Briefing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31520"/>
            <a:ext cx="3566160" cy="53035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0" y="9144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 cannot flag PSI breach in real time. JurisdictAI monitors production inference data continuously, alerting at yellow threshold before a red (revalidation) event.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731520"/>
            <a:ext cx="3566160" cy="53035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9144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Outputs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34840" y="201168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cannot apply different fairness thresholds to the same model depending on where it is deployed. JurisdictAI generates separate US (OCC) and EU (AI Act) reports from one data layer.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731520"/>
            <a:ext cx="3566160" cy="53035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0" y="9144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Tracking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201168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post-market monitoring (Art. 72) and conformity assessment (Art. 43) have no US equivalent. A unified spreadsheet cannot track obligations that don't exist in both jurisdictions.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— The Jurisdiction Gap Made Visible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197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JurisdictAI Monitor  |  Senior Management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dataset: 5,000 retail loan applications  |  Model: Logistic Regression  |  Protected attribute used only for post-hoc fairness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56032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3444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476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AUC-ROC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(strong predictive power)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56032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23444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154680" y="19476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(DPD)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56032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23444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989320" y="19476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(PSI)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1143000"/>
            <a:ext cx="256032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23960" y="123444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23960" y="19476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Equalized Odds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(EOD)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Verdict — Same Model, Same Data, Opposite Outcome: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23774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4612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97480" y="3246120"/>
            <a:ext cx="118872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24612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86200" y="3246120"/>
            <a:ext cx="384048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24612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Status (OCC 2026-13)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26680" y="3246120"/>
            <a:ext cx="384048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324612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Status (AI Act 2024)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66674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66674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3666744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66674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86200" y="3666744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66674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0.70 benchmark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26680" y="3666744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66674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(no EU AUC standard)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087368"/>
            <a:ext cx="237744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873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97480" y="4087368"/>
            <a:ext cx="118872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408736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86200" y="4087368"/>
            <a:ext cx="384048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40873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Advisory only — no breach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26680" y="4087368"/>
            <a:ext cx="384048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40873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FAIL — exceeds 0.05 threshold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507992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50799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97480" y="4507992"/>
            <a:ext cx="1188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450799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86200" y="4507992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450799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GREEN — stable, no action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26680" y="4507992"/>
            <a:ext cx="3840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450799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post-market plan applies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4928616"/>
            <a:ext cx="237744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92861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697480" y="4928616"/>
            <a:ext cx="118872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49286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0.099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886200" y="4928616"/>
            <a:ext cx="384048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0" y="49286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Advisory only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726680" y="4928616"/>
            <a:ext cx="3840480" cy="420624"/>
          </a:xfrm>
          <a:prstGeom prst="rect">
            <a:avLst/>
          </a:prstGeom>
          <a:solidFill>
            <a:srgbClr val="F4F7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0" y="49286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FAIL — exceeds 0.05 threshold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is compliant under US rules and non-compliant under EU rules. Without JurisdictAI, a US compliance team would never see the EU problem.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Divergence — The Key Design Choices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197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JurisdictAI Monitor  |  Senior Management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same metric cannot be used for both jurisdictions: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5394960" cy="5029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 —  OCC Bulletin 2026-13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Primary metric: Population Stability Index (PSI)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PSI &gt; 0.25 triggers mandatory revalidation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Fairness testing: ADVISORY only (ECOA / Reg B applies separately)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mandated numerical fairness threshold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8221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GenAI EXCLUDED from scope — separate framework pending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3708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oversight: recommended, not required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9194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 reporting: internal only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5760720" cy="502920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97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 —  AI Act (Regulation 2024/1689)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6276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Primary metric: Demographic Parity Difference (DPD)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21762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DPD &lt; 0.05 required (BaFin / EU AI Office standard)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272491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Bias testing: MANDATORY under Article 10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2735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Conformity assessment before deployment (Article 43)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3822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GenAI INCLUDED — Title III foundation model obligations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43708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oversight: MANDATORY under Article 14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491947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 reporting: must notify national authority (Art. 73)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 — What the Tool Does Not Do, and Why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197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JurisdictAI Monitor  |  Senior Management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explain what we did not build as clearly as what we did. These are not excuses — they are design choices and resource constraints.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3226003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6043" y="1280160"/>
            <a:ext cx="8295437" cy="749808"/>
          </a:xfrm>
          <a:prstGeom prst="rect">
            <a:avLst/>
          </a:prstGeom>
          <a:solidFill>
            <a:srgbClr val="F8F9F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80160"/>
            <a:ext cx="313456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governance not covered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37483" y="1280160"/>
            <a:ext cx="811255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Title III (foundation model obligations) requires a different architecture. OCC 2026-13 explicitly excludes GenAI. Separate module on roadmap.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7483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add with more time/data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3226003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6043" y="2084832"/>
            <a:ext cx="829543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84832"/>
            <a:ext cx="313456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remediation capability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7483" y="2084832"/>
            <a:ext cx="811255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 problems; fixing them requires model retraining or human policy change. Remediation is outside our scope by design — it preserves human judgement.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9504"/>
            <a:ext cx="3226003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46043" y="2889504"/>
            <a:ext cx="8295437" cy="749808"/>
          </a:xfrm>
          <a:prstGeom prst="rect">
            <a:avLst/>
          </a:prstGeom>
          <a:solidFill>
            <a:srgbClr val="F8F9F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89504"/>
            <a:ext cx="313456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updates are manual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37483" y="2889504"/>
            <a:ext cx="811255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text requires human interpretation before becoming a rule. A regulatory NLP parser would be the next architectural investment.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7483" y="33741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add with more time/data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694176"/>
            <a:ext cx="3226003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46043" y="3694176"/>
            <a:ext cx="8295437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94176"/>
            <a:ext cx="313456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fairness not implemented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37483" y="3694176"/>
            <a:ext cx="811255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causal graph that cannot be specified without domain knowledge. Described in design doc as advisory metric; excluded here for correctness.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37483" y="4178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add with more time/data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498848"/>
            <a:ext cx="3226003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46043" y="4498848"/>
            <a:ext cx="8295437" cy="749808"/>
          </a:xfrm>
          <a:prstGeom prst="rect">
            <a:avLst/>
          </a:prstGeom>
          <a:solidFill>
            <a:srgbClr val="F8F9FE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498848"/>
            <a:ext cx="313456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coverage thin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7483" y="4498848"/>
            <a:ext cx="811255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2024 AI MRM guidance is next on the jurisdiction roadmap. HKMA and RBI coverage are absent from the current rule set.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37483" y="4983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add with more time/data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Product Is Right for AuditAI Compliance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197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JurisdictAI Monitor  |  Senior Management Briefing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640080"/>
            <a:ext cx="6858000" cy="53035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competitive advantage: regulatory translation depth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DPD threshold of 0.05 sourced from BaFin guidance — not assumed from general knowledge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OCC 2026-13's GenAI exclusion is correctly reflected — unlike many competitor tools that apply the same framework to all models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oversight attestation checklist built from Article 14 text, not a generic checklist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Jurisdictional conflict surfaced explicitly — we do not silently pick a winner when US and EU requirements diverge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Engineering-first RegTech vendors can build dashboards faster. They cannot build jurisdiction fidelity faster.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640080"/>
            <a:ext cx="4343400" cy="5303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77724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35240" y="132588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35240" y="18745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institutions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(US, EU, SG, UK)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35240" y="242316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120K–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350K/yr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635240" y="2971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pricing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352044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~SGD 15M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635240" y="40690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2% penetration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35240" y="46177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p.a.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35240" y="51663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(2024)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JurisdictAI Monitor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model. Two jurisdictions. Zero ambiguity about which rules apply.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AuditAI Compliance Pte. Ltd.  |  MH6822 Regulatory Technology  |  Assignment 1  |  Task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OCC Bulletin 2026-13  |  EU AI Act Regulation 2024/1689  |  BaFin AI Supervisory Guidance 2024  |  CFPB Regulation B Rewrite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JurisdictAI Monitor — Senior Management Briefing</dc:title>
  <dc:subject>PptxGenJS Presentation</dc:subject>
  <dc:creator>AuditAI Compliance</dc:creator>
  <cp:lastModifiedBy>AuditAI Compliance</cp:lastModifiedBy>
  <cp:revision>1</cp:revision>
  <dcterms:created xsi:type="dcterms:W3CDTF">2026-05-24T08:47:10Z</dcterms:created>
  <dcterms:modified xsi:type="dcterms:W3CDTF">2026-05-24T08:47:10Z</dcterms:modified>
</cp:coreProperties>
</file>